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中国大学生计算机设计大赛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面向智慧校园的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细粒度网络流量监控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与安全态势感知系统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4864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实时流量分析 · 威胁智能检测 · 3D可视化溯源 · 主动预警防御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 无敌暴龙战队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0"/>
            <a:ext cx="2011680" cy="2011680"/>
          </a:xfrm>
          <a:prstGeom prst="ellipse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2651760"/>
            <a:ext cx="54864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面向高校智慧校园场景，</a:t>
            </a:r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构建集实时流量监控、威胁智能检测、攻击溯源可视化于一体的全栈安全态势感知平台。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457200"/>
            <a:ext cx="27432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45720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48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实时全景监控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秒级NetFlow采集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27种协议分析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6项核心指标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457200"/>
            <a:ext cx="27432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45720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548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4612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智能威胁检测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规则+算法双引擎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4套原创算法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误报率↓60%+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457200"/>
            <a:ext cx="27432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45720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548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3D攻击溯源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WebGL地球渲染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大圆弧攻击路径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无外部资源依赖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系统已公网部署，答辩时可实时访问演示  http://8.146.228.64:3000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 &amp; Solution Mapping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640080"/>
            <a:ext cx="274320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4008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看不清流量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481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SNMP 5分钟级采样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流量突发性不可见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212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2880" y="2560320"/>
            <a:ext cx="274320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56032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秒级NetFlow采集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090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精度提升 300 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时间桶对齐折线图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640080"/>
            <a:ext cx="274320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64008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713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查不到根因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46120" y="1481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缺乏流级检索能力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故障定位耗时数小时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2212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154680" y="2560320"/>
            <a:ext cx="274320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56032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类Wireshark检索引擎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090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CIDR通配 + 端口范围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6级下钻至单IP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640080"/>
            <a:ext cx="274320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640080"/>
            <a:ext cx="27432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713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防不住威胁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1481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规则匹配误报率高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无法识别未知攻击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212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757"/>
                </a:solidFill>
              </a:rPr>
              <a:t>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26480" y="2560320"/>
            <a:ext cx="274320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56032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633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规则+算法双引擎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3090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4套原创算法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误报率降低60%+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设计思路与方案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&amp;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548640"/>
            <a:ext cx="201168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486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NetFlow秒级采集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12Gbps吞吐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14600" y="548640"/>
            <a:ext cx="201168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548640"/>
            <a:ext cx="20116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658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0604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内存缓冲+聚合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动态基线计算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46320" y="548640"/>
            <a:ext cx="201168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5486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658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377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4套原创算法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78040" y="548640"/>
            <a:ext cx="201168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78040" y="54864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658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WebSocket推送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ECharts/WebGL渲染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3017520"/>
            <a:ext cx="877824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017520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63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为什么选四层架构？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306324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采集-分析-检测-展示职责分离，每层可独立扩展；分析层内存缓冲削峰，检测层算法异步执行，展示层WebSocket推流，全链路无阻塞。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3675888"/>
            <a:ext cx="877824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675888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216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为什么用动态基线？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66160" y="372160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校园网流量昼夜差异巨大，固定阈值误报率极高。系统基于历史数据自动计算均值±3σ动态基线，冷启动由演示数据预热机制保障。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2880" y="4334256"/>
            <a:ext cx="877824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4334256"/>
            <a:ext cx="54864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79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为什么双引擎检测？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66160" y="437997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规则引擎快速匹配已知威胁（DDoS/端口扫描等6类），算法引擎识别异常行为模式（熵变化/行为指纹等），两者互补实现高召回低误报。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548640"/>
            <a:ext cx="2743200" cy="438912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486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594360"/>
            <a:ext cx="1371600" cy="292608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594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实时全景大屏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实时吞吐量 / PPS / 活跃IP / 告警总数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时间桶对齐折线图，60fps流畅刷新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06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HTTP/HTTPS/DNS等27种协议实时分布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1546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Top-10突发大流，点击直接下钻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7033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宿舍区/教学区/行政区/科研区热力图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548640"/>
            <a:ext cx="2743200" cy="4389120"/>
          </a:xfrm>
          <a:prstGeom prst="rect">
            <a:avLst/>
          </a:prstGeom>
          <a:solidFill>
            <a:srgbClr val="1C2333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548640"/>
            <a:ext cx="27432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594360"/>
            <a:ext cx="1371600" cy="292608"/>
          </a:xfrm>
          <a:prstGeom prst="rect">
            <a:avLst/>
          </a:prstGeom>
          <a:solidFill>
            <a:srgbClr val="FF4757">
              <a:alpha val="2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594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安全威胁感知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6种典型威胁规则检测（DDoS/端口扫描/...）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057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3D地球攻击溯源，WebGL渲染无外部依赖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06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四套原创算法智能增强检测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1546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攻击路径大圆弧动画 + Bloom泛光特效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7033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Jitter坐标抖动防重叠标注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548640"/>
            <a:ext cx="2743200" cy="4389120"/>
          </a:xfrm>
          <a:prstGeom prst="rect">
            <a:avLst/>
          </a:prstGeom>
          <a:solidFill>
            <a:srgbClr val="1C2333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54864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594360"/>
            <a:ext cx="1371600" cy="292608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594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微观流级检索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类Wireshark Web检索引擎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057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CIDR通配 + 端口范围 + 协议组合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606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6级下钻：全网→区域→楼宇→交换机→端口→IP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1546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分页展示完整五元组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7033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CSV一键导出取证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2880" y="49834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以下功能可通过 http://8.146.228.64:3000 实时演示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算法创新（四套原创算法）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Innovation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877824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943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四套原创算法技术指标对比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8778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09728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EWMA-EAD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536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指数加权熵异常检测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143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EWMA平滑流量 + Shannon熵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融合判断（流量×熵双维度）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143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区分正常突发与攻击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误报率降低60%+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1143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DDoS检测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流量异常检测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057400"/>
            <a:ext cx="8778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057400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MDTCE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496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多维威胁关联引擎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Kill Chain攻击阶段建模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同源IP多阶段事件关联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识别完整攻击链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发现APT隐蔽攻击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APT检测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多步攻击识别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017520"/>
            <a:ext cx="8778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01752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63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NBF-RS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3456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7维行为指纹评分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协议熵/对端多样性等7维特征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加权综合风险评分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3063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毫秒级单IP评分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无需逐包分析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内部威胁检测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异常行为识别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3977640"/>
            <a:ext cx="87782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97764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TPM-PA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4416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时序预测预警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57400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线性回归趋势分解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Pearson跨信号相关放大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34840" y="4023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预防性告警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而非事后发现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威胁提前预警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趋势分析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4937760"/>
            <a:ext cx="8778240" cy="4114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377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核心公式  EWMA: Sₜ = α·Xₜ + (1-α)·Sₜ₋₁    Shannon熵: H = -Σ pᵢ·log₂(pᵢ)    Pearson: r = Σ(Xᵢ-X̄)(Yᵢ-Ȳ) / √[Σ(Xᵢ-X̄)²Σ(Yᵢ-Ȳ)²]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技术实现亮点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Highlights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943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040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731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高性能实时处理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30759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CompletableFuture并行查询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12Gbps智能演示数据自动续流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≤1秒推送延迟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59436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59436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7040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931920" y="731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3D地球无依赖渲染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30759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Canvas程序化生成地图纹理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零外部图片资源依赖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 Bloom泛光 + Jitter防重叠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59436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59436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7040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731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CIDR检索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30759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inet类型 + &lt;&lt;= 运算符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绕过JPA原生CIDR查询限制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流检索引擎类Wireshark体验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83464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8346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0584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Docker一键部署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354787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Compose三服务编排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数据库+后端+前端容器化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演示数据智能自维护，评审即开即用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283464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834640"/>
            <a:ext cx="27432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🕐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93192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时间基准锚点机制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354787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以数据库最新记录时间为基准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历史PCAP导入数据正常展示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解决"最近1小时"查询返回0条问题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83464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834640"/>
            <a:ext cx="2743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5800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动态基线自适配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3547872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滑动均值 ± 3σ动态阈值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冷启动演示数据预热6000条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替代硬编码阈值，适配校园网场景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04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704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四套原创算法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801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EWMA-EAD / MDTCE / NBF-RS / TPM-PA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实现从「被动响应」到「主动预防」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59436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704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704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3D攻击溯源可视化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2801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纯前端WebGL渲染，Canvas纹理生成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零外部依赖，Bloom特效+Jitter防重叠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59436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704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7040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类Wireshark检索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28016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CIDR通配 + 端口范围 + 协议组合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6级下钻至单IP，CSV导出取证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83464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944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动态基线自适应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滑动均值±3σ，替代硬编码阈值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冷启动预热，适配校园网复杂场景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83464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94760" y="2944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时间基准锚点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5204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以数据库最新记录为基准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历史PCAP数据导入正常展示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834640"/>
            <a:ext cx="2743200" cy="205740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2944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高性能实时架构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35204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CompletableFuture并行 + WebSocket推送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12Gbps吞吐，演示数据智能自维护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Future 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7432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943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四套原创算法实现从「被动响应」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到「主动预防」的能力跃升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594360"/>
            <a:ext cx="27432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59436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685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Compose一键部署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智能演示数据自维护确保高可用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594360"/>
            <a:ext cx="27432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59436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685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对标企业级NetFlow Analyzer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兼顾专业性与易用性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743200"/>
            <a:ext cx="877824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27432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 &amp; 推广场景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" y="3200400"/>
            <a:ext cx="201168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246120"/>
            <a:ext cx="457200" cy="45720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高校校园网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77440" y="3200400"/>
            <a:ext cx="201168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246120"/>
            <a:ext cx="457200" cy="45720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政务专网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3200400"/>
            <a:ext cx="201168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3246120"/>
            <a:ext cx="457200" cy="45720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企业园区网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3200400"/>
            <a:ext cx="201168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3246120"/>
            <a:ext cx="457200" cy="45720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◆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未来展望：引入深度学习提升检测精度 · 支持5G/IoT流量监控 · 开放API生态建设 · 云原生架构升级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4864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 中国大学生计算机设计大赛  |  苏州大学  无敌暴龙战队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系统演示地址：http://8.146.228.64:3000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subject>PptxGenJS Presentation</dc:subject>
  <dc:creator>苏州大学 无敌暴龙战队</dc:creator>
  <cp:lastModifiedBy>苏州大学 无敌暴龙战队</cp:lastModifiedBy>
  <cp:revision>1</cp:revision>
  <dcterms:created xsi:type="dcterms:W3CDTF">2026-05-13T01:14:28Z</dcterms:created>
  <dcterms:modified xsi:type="dcterms:W3CDTF">2026-05-13T01:14:28Z</dcterms:modified>
</cp:coreProperties>
</file>